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type="screen16x9" cx="12192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