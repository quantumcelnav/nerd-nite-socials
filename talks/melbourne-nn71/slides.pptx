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0:00</a:t>
            </a:r>
          </a:p>
          <a:p>
            <a:r>
              <a:t>• Title. Then stop. Let it sit.</a:t>
            </a:r>
          </a:p>
          <a:p>
            <a:r>
              <a:t>• Do NOT flip it yet — that is slide 7.</a:t>
            </a:r>
          </a:p>
          <a:p>
            <a:r>
              <a:t>The tagline is already the close, on the wall, ten minutes early.</a:t>
            </a:r>
          </a:p>
          <a:p>
            <a:r>
              <a:t>Nobody needs to notice.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IS TALKING slides 2--5 share 2:30</a:t>
            </a:r>
          </a:p>
          <a:p>
            <a:r>
              <a:t>• "Hi. I'm Justin Fritz. And I'm a Nerd Nite Boss."</a:t>
            </a:r>
          </a:p>
          <a:p>
            <a:r>
              <a:t>• "That's a real title. They gave it to me. I take it very seriously."</a:t>
            </a:r>
          </a:p>
          <a:p>
            <a:r>
              <a:t>• Fast and warm. Do not linger.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ROLES</a:t>
            </a:r>
          </a:p>
          <a:p>
            <a:r>
              <a:t>• Marine. Navigator. Instructor. Chip designer. Founder. Host.</a:t>
            </a:r>
          </a:p>
          <a:p>
            <a:r>
              <a:t>• "As an American, I tend to conflate the person with the job." &lt;- the laugh</a:t>
            </a:r>
          </a:p>
          <a:p>
            <a:r>
              <a:t>• "Tonight I am here as myself. And as a Nerd Nite boss." — land it straight.</a:t>
            </a:r>
          </a:p>
          <a:p>
            <a:r>
              <a:t>Past tense on the Marines. It is one item in a list that exists to be</a:t>
            </a:r>
          </a:p>
          <a:p>
            <a:r>
              <a:t>undercut. Not a credential, not the opening.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RELEVANT EDUCATION</a:t>
            </a:r>
          </a:p>
          <a:p>
            <a:r>
              <a:t>• "Not the classrooms."</a:t>
            </a:r>
          </a:p>
          <a:p>
            <a:r>
              <a:t>• "In the field. In the lab. Frankly — at Nerd Nites."</a:t>
            </a:r>
          </a:p>
          <a:p>
            <a:r>
              <a:t>• Gesture at the collage. Name one or two, no more: the flight line, the summit.</a:t>
            </a:r>
          </a:p>
          <a:p>
            <a:r>
              <a:t>Do not inventory the career. Slide 3 already did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TRAJECTORIES — end of the introduction</a:t>
            </a:r>
          </a:p>
          <a:p>
            <a:r>
              <a:t>• "Everything I just listed is a sampling of one trajectory."</a:t>
            </a:r>
          </a:p>
          <a:p>
            <a:r>
              <a:t>• "Everyone in this room has a rich history."</a:t>
            </a:r>
          </a:p>
          <a:p>
            <a:r>
              <a:t>• "Tonight ours came together here."</a:t>
            </a:r>
          </a:p>
          <a:p>
            <a:r>
              <a:t>• "Thank you." &lt;- STOP. Let it land.</a:t>
            </a:r>
          </a:p>
          <a:p>
            <a:r>
              <a:t>Grateful to all who share, all who facilitate, all who come. Rushing this costs</a:t>
            </a:r>
          </a:p>
          <a:p>
            <a:r>
              <a:t>the rest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COVERS 0:45</a:t>
            </a:r>
          </a:p>
          <a:p>
            <a:r>
              <a:t>• "Talks. Mars. An abstract. An organ."</a:t>
            </a:r>
          </a:p>
          <a:p>
            <a:r>
              <a:t>• Fast. Do not expand any of them.</a:t>
            </a:r>
          </a:p>
          <a:p>
            <a:r>
              <a:t>It is meant to make sense in retrospect, not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FLIP 1:30</a:t>
            </a:r>
          </a:p>
          <a:p>
            <a:r>
              <a:t>• "You had to be there" is what you say when the description didn't carry the energy.</a:t>
            </a:r>
          </a:p>
          <a:p>
            <a:r>
              <a:t>• You told it right. Every fact was in there. It still died on the way over.</a:t>
            </a:r>
          </a:p>
          <a:p>
            <a:r>
              <a:t>• Tonight it means something else too: you had to be at the talk about the thing.</a:t>
            </a:r>
          </a:p>
          <a:p>
            <a:r>
              <a:t>NEEDS FROM YOU: the opening twenty seconds — one time the phrase</a:t>
            </a:r>
          </a:p>
          <a:p>
            <a:r>
              <a:t>failed on you. Still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HANNAH 2:30</a:t>
            </a:r>
          </a:p>
          <a:p>
            <a:r>
              <a:t>• Worst Party Ever. Hannah Bauer. Jan 2025.</a:t>
            </a:r>
          </a:p>
          <a:p>
            <a:r>
              <a:t>• "Most people hear Donner Party and think cannibalism. Valid — but that only scratches the surface."</a:t>
            </a:r>
          </a:p>
          <a:p>
            <a:r>
              <a:t>• She put the room inside their heads. And we laughed. About the Donner Party.</a:t>
            </a:r>
          </a:p>
          <a:p>
            <a:r>
              <a:t>• "Nobody at Wolverine Farm was in the Sierra Nevada in 1846. For a moment they were."</a:t>
            </a:r>
          </a:p>
          <a:p>
            <a:r>
              <a:t>Wolverine Farm, never "a bar." Do not explain why it matters — that</a:t>
            </a:r>
          </a:p>
          <a:p>
            <a:r>
              <a:t>is Mars.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BERLIOZ 0:30</a:t>
            </a:r>
          </a:p>
          <a:p>
            <a:r>
              <a:t>• Read the title aloud. Stop. Add nothing.</a:t>
            </a:r>
          </a:p>
          <a:p>
            <a:r>
              <a:t>• Matt Browne, April 2024.</a:t>
            </a:r>
          </a:p>
          <a:p>
            <a:r>
              <a:t>FIRST CUT IF RUNNING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LADDER 0:45 the hinge</a:t>
            </a:r>
          </a:p>
          <a:p>
            <a:r>
              <a:t>• "You weren't at the Donner Party."</a:t>
            </a:r>
          </a:p>
          <a:p>
            <a:r>
              <a:t>• "You weren't at the talk about the Donner Party."</a:t>
            </a:r>
          </a:p>
          <a:p>
            <a:r>
              <a:t>• "You are at a talk about a talk about the Donner Party." &lt;- the laugh</a:t>
            </a:r>
          </a:p>
          <a:p>
            <a:r>
              <a:t>• Three rungs up, the most degraded copy in the chain — and it still works.</a:t>
            </a:r>
          </a:p>
          <a:p>
            <a:r>
              <a:t>• "So why does it still work?"</a:t>
            </a:r>
          </a:p>
          <a:p>
            <a:r>
              <a:t>ASK IT. DO NOT ANSWER IT. Pause, then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MARS</a:t>
            </a:r>
          </a:p>
          <a:p>
            <a:r>
              <a:t>• "We have never sent people. We sent probes, rovers, instruments."</a:t>
            </a:r>
          </a:p>
          <a:p>
            <a:r>
              <a:t>• "They returned more data than anyone can read."</a:t>
            </a:r>
          </a:p>
          <a:p>
            <a:r>
              <a:t>• "Somebody had a hypothesis before it ever launched."</a:t>
            </a:r>
          </a:p>
          <a:p>
            <a:r>
              <a:t>• "Somebody else is reading it back."</a:t>
            </a:r>
          </a:p>
          <a:p>
            <a:r>
              <a:t>• Neither is in the data stream.</a:t>
            </a:r>
          </a:p>
          <a:p>
            <a:r>
              <a:t>Do not rush. This is the only abstract beat and it buys the next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LINE the answer</a:t>
            </a:r>
          </a:p>
          <a:p>
            <a:r>
              <a:t>• "The data came back. The people stayed home."</a:t>
            </a:r>
          </a:p>
          <a:p>
            <a:r>
              <a:t>• "Energy does not transmit."</a:t>
            </a:r>
          </a:p>
          <a:p>
            <a:r>
              <a:t>• It has to be made again, in a room, by a person, every single time — or it is not there at all.</a:t>
            </a:r>
          </a:p>
          <a:p>
            <a:r>
              <a:t>• That is why the ladder holds. Every rung has a human on it.</a:t>
            </a:r>
          </a:p>
          <a:p>
            <a:r>
              <a:t>Once. Flat. Do not elaborate. Do not say "cognition."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JOHN 1:30</a:t>
            </a:r>
          </a:p>
          <a:p>
            <a:r>
              <a:t>• Worm Majix. John Anderson. Sep 2025.</a:t>
            </a:r>
          </a:p>
          <a:p>
            <a:r>
              <a:t>• Long-time friend of Wolverine Farm. Watched the crowd assemble. Asked Senne. Got a slot.</a:t>
            </a:r>
          </a:p>
          <a:p>
            <a:r>
              <a:t>• "The abstract came in rough. Jamie started fixing it. I stopped her."</a:t>
            </a:r>
          </a:p>
          <a:p>
            <a:r>
              <a:t>• "We platform people who want to talk. Connect speakers and audience — don't filter them."</a:t>
            </a:r>
          </a:p>
          <a:p>
            <a:r>
              <a:t>• He gave it as himself, dressed how he dresses. Great talk.</a:t>
            </a:r>
          </a:p>
          <a:p>
            <a:r>
              <a:t>DO NOT READ HIS ABSTRACT ALOUD. That makes John the joke in front of</a:t>
            </a:r>
          </a:p>
          <a:p>
            <a:r>
              <a:t>other bosses.</a:t>
            </a:r>
          </a:p>
          <a:p>
            <a:r>
              <a:t>Optional, one sentence, your call: same mechanism as the HoloLens spec</a:t>
            </a:r>
          </a:p>
          <a:p>
            <a:r>
              <a:t>bug — a legible restatement silently becomes the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BUILD</a:t>
            </a:r>
          </a:p>
          <a:p>
            <a:r>
              <a:t>• Let's Build a Pipe Organ! Joel Bacon. June 2026.</a:t>
            </a:r>
          </a:p>
          <a:p>
            <a:r>
              <a:t>• He talked through the parts — wind supply, keys, pipes.</a:t>
            </a:r>
          </a:p>
          <a:p>
            <a:r>
              <a:t>• "Hundreds of parts. Two octaves, hand pumped, mechanical action."</a:t>
            </a:r>
          </a:p>
          <a:p>
            <a:r>
              <a:t>• "And the audience built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LANDING the only real feeling in the talk</a:t>
            </a:r>
          </a:p>
          <a:p>
            <a:r>
              <a:t>• "Then he played it." Professor, composer, working musician.</a:t>
            </a:r>
          </a:p>
          <a:p>
            <a:r>
              <a:t>• "It connected me to the music in a way I had never felt before."</a:t>
            </a:r>
          </a:p>
          <a:p>
            <a:r>
              <a:t>• &lt;- ONE SENTENCE. THEN STOP. The pause does the work.</a:t>
            </a:r>
          </a:p>
          <a:p>
            <a:r>
              <a:t>• "A hand-pumped organ cannot make a sound unless somebody is standing there supplying the air."</a:t>
            </a:r>
          </a:p>
          <a:p>
            <a:r>
              <a:t>• "No person. No air. No sound." &lt;- the thesis, in wood and leather</a:t>
            </a:r>
          </a:p>
          <a:p>
            <a:r>
              <a:t>• "We needed a volunteer. Somebody put their hand up."</a:t>
            </a:r>
          </a:p>
          <a:p>
            <a:r>
              <a:t>Air is the energy. Not an illustration of the argument — the argument,</a:t>
            </a:r>
          </a:p>
          <a:p>
            <a:r>
              <a:t>running in front of them.</a:t>
            </a:r>
          </a:p>
          <a:p>
            <a:r>
              <a:t>NO second sentence. NO "and that's what Nerd Nite does."</a:t>
            </a:r>
          </a:p>
          <a:p>
            <a:r>
              <a:t>Say a volunteer, not "an audience member."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CLOSE 0:30 screen is empty</a:t>
            </a:r>
          </a:p>
          <a:p>
            <a:r>
              <a:t>• [twenty seconds — yours. Carry them from the organ to stillness.]</a:t>
            </a:r>
          </a:p>
          <a:p>
            <a:r>
              <a:t>• "You had to be there."</a:t>
            </a:r>
          </a:p>
          <a:p>
            <a:r>
              <a:t>• "You are."</a:t>
            </a:r>
          </a:p>
          <a:p>
            <a:r>
              <a:t>NOTHING AFTER IT. No thank-you (that was slide 5). No call to action.</a:t>
            </a:r>
          </a:p>
          <a:p>
            <a:r>
              <a:t>Stop talking.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 — questions only</a:t>
            </a:r>
          </a:p>
          <a:p>
            <a:r>
              <a:t>• Advance here when the first question comes. Leave it up throughout.</a:t>
            </a:r>
          </a:p>
          <a:p>
            <a:r>
              <a:t>• Do NOT show it during the talk.</a:t>
            </a:r>
          </a:p>
          <a:p>
            <a:r>
              <a:t>If Berlioz got cut for time, Matt Browne stays on this slide anyway.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